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720000">
            <a:off x="4937760" y="457200"/>
            <a:ext cx="2651760" cy="2651760"/>
          </a:xfrm>
          <a:prstGeom prst="rect">
            <a:avLst/>
          </a:prstGeom>
          <a:solidFill>
            <a:srgbClr val="D9BD5C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600000">
            <a:off x="6057900" y="891540"/>
            <a:ext cx="2240280" cy="2240280"/>
          </a:xfrm>
          <a:prstGeom prst="rect">
            <a:avLst/>
          </a:prstGeom>
          <a:solidFill>
            <a:srgbClr val="199FD7">
              <a:alpha val="3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920000">
            <a:off x="6652260" y="1851660"/>
            <a:ext cx="1874520" cy="1874520"/>
          </a:xfrm>
          <a:prstGeom prst="rect">
            <a:avLst/>
          </a:prstGeom>
          <a:solidFill>
            <a:srgbClr val="44A9A3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240000">
            <a:off x="6149340" y="2491740"/>
            <a:ext cx="1508760" cy="1508760"/>
          </a:xfrm>
          <a:prstGeom prst="rect">
            <a:avLst/>
          </a:prstGeom>
          <a:solidFill>
            <a:srgbClr val="6EB370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080000">
            <a:off x="7155180" y="3131820"/>
            <a:ext cx="1143000" cy="1143000"/>
          </a:xfrm>
          <a:prstGeom prst="rect">
            <a:avLst/>
          </a:prstGeom>
          <a:solidFill>
            <a:srgbClr val="99BD3C">
              <a:alpha val="5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311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D5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93849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総務AIの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ミテハナさん</a:t>
            </a:r>
            <a:endParaRPr lang="en-US" sz="4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520897"/>
            <a:ext cx="2286000" cy="457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3702863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見る・話すだけで管理されるAI資産台帳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見せて、話すだけ。台帳は、AI社員がつける時代へ。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10年後、私たちはこういう世界を想定しました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10年後の未来予想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2066544"/>
            <a:ext cx="2651760" cy="2627071"/>
          </a:xfrm>
          <a:prstGeom prst="roundRect">
            <a:avLst>
              <a:gd name="adj" fmla="val 348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1399032" y="1682496"/>
            <a:ext cx="768096" cy="768096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8" name="Image 2" descr="C:\Users\fan_o\AppData\Local\Temp\ttppt_icons\users_FFFFFF_25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4970" y="1828434"/>
            <a:ext cx="476220" cy="4762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26151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AI社員と働くのが当たり前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640080" y="3108960"/>
            <a:ext cx="2286000" cy="142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AIが日々の仕事を支える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3246120" y="2066544"/>
            <a:ext cx="2651760" cy="2627071"/>
          </a:xfrm>
          <a:prstGeom prst="roundRect">
            <a:avLst>
              <a:gd name="adj" fmla="val 348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187952" y="1682496"/>
            <a:ext cx="768096" cy="768096"/>
          </a:xfrm>
          <a:prstGeom prst="ellipse">
            <a:avLst/>
          </a:prstGeom>
          <a:solidFill>
            <a:srgbClr val="029E9B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8249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📷</a:t>
            </a:r>
            <a:endParaRPr lang="en-US" sz="2500" dirty="0"/>
          </a:p>
        </p:txBody>
      </p:sp>
      <p:sp>
        <p:nvSpPr>
          <p:cNvPr id="14" name="Text 9"/>
          <p:cNvSpPr/>
          <p:nvPr/>
        </p:nvSpPr>
        <p:spPr>
          <a:xfrm>
            <a:off x="3429000" y="26151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AIが現場のモノを見る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3429000" y="3108960"/>
            <a:ext cx="2286000" cy="142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カメラ・ロボットで現場を確認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035040" y="2066544"/>
            <a:ext cx="2651760" cy="2627071"/>
          </a:xfrm>
          <a:prstGeom prst="roundRect">
            <a:avLst>
              <a:gd name="adj" fmla="val 348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1682496"/>
            <a:ext cx="768096" cy="768096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18" name="Image 3" descr="C:\Users\fan_o\AppData\Local\Temp\ttppt_icons\clipboard-list_FFFFFF_2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810" y="1828434"/>
            <a:ext cx="476220" cy="4762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17920" y="26151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バックオフィスのAI化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6217920" y="3108960"/>
            <a:ext cx="2286000" cy="142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経理から総務の台帳へ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でも実は、台帳はこうなっている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「見る・話す」だけを、AIが登録までつなぐ。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1682496"/>
            <a:ext cx="3977640" cy="3011119"/>
          </a:xfrm>
          <a:prstGeom prst="roundRect">
            <a:avLst>
              <a:gd name="adj" fmla="val 3037"/>
            </a:avLst>
          </a:prstGeom>
          <a:solidFill>
            <a:srgbClr val="F5F7FA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57200" y="1682496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333333"/>
          </a:solidFill>
          <a:ln/>
        </p:spPr>
      </p:sp>
      <p:sp>
        <p:nvSpPr>
          <p:cNvPr id="8" name="Shape 4"/>
          <p:cNvSpPr/>
          <p:nvPr/>
        </p:nvSpPr>
        <p:spPr>
          <a:xfrm>
            <a:off x="457200" y="2029968"/>
            <a:ext cx="3977640" cy="1097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16824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Before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31520" y="2276856"/>
            <a:ext cx="3429000" cy="227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・現物・シール・QRを確認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・Excelを開く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・年1回の棚卸し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709160" y="1682496"/>
            <a:ext cx="3977640" cy="3011119"/>
          </a:xfrm>
          <a:prstGeom prst="roundRect">
            <a:avLst>
              <a:gd name="adj" fmla="val 3037"/>
            </a:avLst>
          </a:prstGeom>
          <a:solidFill>
            <a:srgbClr val="F0FDFC"/>
          </a:solidFill>
          <a:ln w="15875">
            <a:solidFill>
              <a:srgbClr val="029E9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09160" y="1682496"/>
            <a:ext cx="3977640" cy="457200"/>
          </a:xfrm>
          <a:prstGeom prst="roundRect">
            <a:avLst>
              <a:gd name="adj" fmla="val 20000"/>
            </a:avLst>
          </a:prstGeom>
          <a:solidFill>
            <a:srgbClr val="029E9B"/>
          </a:solidFill>
          <a:ln/>
        </p:spPr>
      </p:sp>
      <p:sp>
        <p:nvSpPr>
          <p:cNvPr id="13" name="Shape 9"/>
          <p:cNvSpPr/>
          <p:nvPr/>
        </p:nvSpPr>
        <p:spPr>
          <a:xfrm>
            <a:off x="4709160" y="2029968"/>
            <a:ext cx="3977640" cy="109728"/>
          </a:xfrm>
          <a:prstGeom prst="rect">
            <a:avLst/>
          </a:prstGeom>
          <a:solidFill>
            <a:srgbClr val="029E9B"/>
          </a:solidFill>
          <a:ln/>
        </p:spPr>
      </p:sp>
      <p:sp>
        <p:nvSpPr>
          <p:cNvPr id="14" name="Text 10"/>
          <p:cNvSpPr/>
          <p:nvPr/>
        </p:nvSpPr>
        <p:spPr>
          <a:xfrm>
            <a:off x="4709160" y="16824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After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983480" y="2276856"/>
            <a:ext cx="3429000" cy="227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29E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・カメラで見る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29E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・AIに話しかける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29E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・台帳を更新・履歴化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306824" y="3014320"/>
            <a:ext cx="530352" cy="347472"/>
          </a:xfrm>
          <a:prstGeom prst="chevron">
            <a:avLst/>
          </a:prstGeom>
          <a:solidFill>
            <a:srgbClr val="199FD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今回フォーカスしたこと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総務の資産台帳を、現場の対話から更新する。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148590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8" name="Image 2" descr="C:\Users\fan_o\AppData\Local\Temp\ttppt_icons\users_FFFFFF_25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8828" y="1996592"/>
            <a:ext cx="368503" cy="36850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ペルソナ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68580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100人規模メーカーで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総務と経理を兼務する佐藤さん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324612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27482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13" name="Image 3" descr="C:\Users\fan_o\AppData\Local\Temp\ttppt_icons\clipboard-list_FFFFFF_2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748" y="1996592"/>
            <a:ext cx="368503" cy="36850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47472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47472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備品・資産の台帳の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登録と更新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03504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06374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sp>
        <p:nvSpPr>
          <p:cNvPr id="18" name="Text 12"/>
          <p:cNvSpPr/>
          <p:nvPr/>
        </p:nvSpPr>
        <p:spPr>
          <a:xfrm>
            <a:off x="7063740" y="18836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●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626364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機能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626364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カメラと声だけで操作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確定は人の「はい」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DEMO</a:t>
            </a:r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デモ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「見せて、話すだけ」をご覧ください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1682496"/>
            <a:ext cx="4297680" cy="3011119"/>
          </a:xfrm>
          <a:prstGeom prst="rect">
            <a:avLst/>
          </a:prstGeom>
          <a:solidFill>
            <a:srgbClr val="F8FAFC"/>
          </a:solidFill>
          <a:ln w="19050">
            <a:solidFill>
              <a:srgbClr val="199FD7"/>
            </a:solidFill>
            <a:prstDash val="dash"/>
          </a:ln>
        </p:spPr>
        <p:txBody>
          <a:bodyPr wrap="square" lIns="3175" tIns="3175" rIns="3175" bIns="3175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🖼</a:t>
            </a:r>
            <a:endParaRPr lang="en-US" sz="4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42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アプリ画面（後で差し替え）</a:t>
            </a:r>
            <a:endParaRPr lang="en-US" sz="4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42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💬 カメラで資産を映し、Gemini Live に話しかけるデモ画面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5029200" y="1819656"/>
            <a:ext cx="457200" cy="457200"/>
          </a:xfrm>
          <a:prstGeom prst="rect">
            <a:avLst/>
          </a:prstGeom>
          <a:solidFill>
            <a:srgbClr val="029E9B"/>
          </a:solidFill>
          <a:ln/>
        </p:spPr>
      </p:sp>
      <p:sp>
        <p:nvSpPr>
          <p:cNvPr id="8" name="Text 4"/>
          <p:cNvSpPr/>
          <p:nvPr/>
        </p:nvSpPr>
        <p:spPr>
          <a:xfrm>
            <a:off x="5029200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669280" y="174650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見せる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現物をカメラで確認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0" y="2688336"/>
            <a:ext cx="457200" cy="457200"/>
          </a:xfrm>
          <a:prstGeom prst="rect">
            <a:avLst/>
          </a:prstGeom>
          <a:solidFill>
            <a:srgbClr val="029E9B"/>
          </a:solidFill>
          <a:ln/>
        </p:spPr>
      </p:sp>
      <p:sp>
        <p:nvSpPr>
          <p:cNvPr id="11" name="Text 7"/>
          <p:cNvSpPr/>
          <p:nvPr/>
        </p:nvSpPr>
        <p:spPr>
          <a:xfrm>
            <a:off x="502920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669280" y="261518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話す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AIに状態や情報を伝える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029200" y="3557016"/>
            <a:ext cx="457200" cy="457200"/>
          </a:xfrm>
          <a:prstGeom prst="rect">
            <a:avLst/>
          </a:prstGeom>
          <a:solidFill>
            <a:srgbClr val="029E9B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669280" y="34838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確認する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登録内容を人が確定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9ED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417320" y="4389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12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しくみ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3154680" cy="0"/>
          </a:xfrm>
          <a:prstGeom prst="line">
            <a:avLst/>
          </a:prstGeom>
          <a:noFill/>
          <a:ln w="19050">
            <a:solidFill>
              <a:srgbClr val="00A6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075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F3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対話から、確認を経て、台帳へ。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166360" cy="566928"/>
          </a:xfrm>
          <a:prstGeom prst="roundRect">
            <a:avLst>
              <a:gd name="adj" fmla="val 9677"/>
            </a:avLst>
          </a:prstGeom>
          <a:solidFill>
            <a:srgbClr val="EAF8F7"/>
          </a:solidFill>
          <a:ln w="12700">
            <a:solidFill>
              <a:srgbClr val="B9E7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984248"/>
            <a:ext cx="347472" cy="347472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911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261872" y="20299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4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カメラ / 声で入力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441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2734056"/>
            <a:ext cx="5166360" cy="566928"/>
          </a:xfrm>
          <a:prstGeom prst="roundRect">
            <a:avLst>
              <a:gd name="adj" fmla="val 9677"/>
            </a:avLst>
          </a:prstGeom>
          <a:solidFill>
            <a:srgbClr val="EAF8F7"/>
          </a:solidFill>
          <a:ln w="12700">
            <a:solidFill>
              <a:srgbClr val="B9E7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2843784"/>
            <a:ext cx="347472" cy="347472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289864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61872" y="28895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4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Gemini Live が認識・提案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33009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593592"/>
            <a:ext cx="5166360" cy="566928"/>
          </a:xfrm>
          <a:prstGeom prst="roundRect">
            <a:avLst>
              <a:gd name="adj" fmla="val 9677"/>
            </a:avLst>
          </a:prstGeom>
          <a:solidFill>
            <a:srgbClr val="EAF8F7"/>
          </a:solidFill>
          <a:ln w="12700">
            <a:solidFill>
              <a:srgbClr val="B9E7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3703320"/>
            <a:ext cx="347472" cy="347472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758184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261872" y="3749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4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人が「はい」で確定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34640" y="4160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4453128"/>
            <a:ext cx="5166360" cy="566928"/>
          </a:xfrm>
          <a:prstGeom prst="roundRect">
            <a:avLst>
              <a:gd name="adj" fmla="val 9677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62856"/>
            <a:ext cx="347472" cy="347472"/>
          </a:xfrm>
          <a:prstGeom prst="ellipse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61772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261872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台帳・履歴を更新</a:t>
            </a:r>
            <a:endParaRPr lang="en-US" sz="1300" dirty="0"/>
          </a:p>
        </p:txBody>
      </p:sp>
      <p:pic>
        <p:nvPicPr>
          <p:cNvPr id="25" name="Image 0" descr="C:/dev/AGI-AImokuyokai-Hackathon-12/output/screenshots/ledger_spread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920240"/>
            <a:ext cx="4736592" cy="354787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76288" y="5577840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実際の資産台帳（Google スプレッドシート）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94360" y="6547104"/>
            <a:ext cx="11018520" cy="0"/>
          </a:xfrm>
          <a:prstGeom prst="line">
            <a:avLst/>
          </a:prstGeom>
          <a:noFill/>
          <a:ln w="12700">
            <a:solidFill>
              <a:srgbClr val="00A6A6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</a:t>
            </a:r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次の展開：安全に広げ、棚卸から巡回へ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AIは提案まで。人が確定する今の仕組みを守って広げる。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148590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8" name="Image 2" descr="C:\Users\fan_o\AppData\Local\Temp\ttppt_icons\shield-check_FFFFFF_25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8828" y="1996592"/>
            <a:ext cx="368503" cy="36850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まず、安全に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68580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品目を実数へ拡張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ログイン・権限・操作記録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音声「はい」の精度を測定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324612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27482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13" name="Image 3" descr="C:\Users\fan_o\AppData\Local\Temp\ttppt_icons\clipboard-list_FFFFFF_25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748" y="1996592"/>
            <a:ext cx="368503" cy="36850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47472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次に、棚卸へ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47472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映った物と台帳を突合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「ある／ない」と所在を更新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タグ不要、声で属性を追加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035040" y="1682496"/>
            <a:ext cx="2651760" cy="301111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063740" y="1883664"/>
            <a:ext cx="594360" cy="594360"/>
          </a:xfrm>
          <a:prstGeom prst="ellipse">
            <a:avLst/>
          </a:prstGeom>
          <a:solidFill>
            <a:srgbClr val="029E9B"/>
          </a:solidFill>
          <a:ln/>
        </p:spPr>
      </p:sp>
      <p:pic>
        <p:nvPicPr>
          <p:cNvPr id="18" name="Image 4" descr="C:\Users\fan_o\AppData\Local\Temp\ttppt_icons\bot_FFFFFF_25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6668" y="1996592"/>
            <a:ext cx="368503" cy="3685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263640" y="25968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10年後、巡回へ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6263640" y="2980944"/>
            <a:ext cx="2286000" cy="154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AIグラス・常設カメラから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工場・事務所をロボットが巡回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記録を自動更新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見せて、話すだけ。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32104"/>
            <a:ext cx="2286000" cy="45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5097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台帳は、AI社員がつける時代へ。</a:t>
            </a:r>
            <a:endParaRPr lang="en-US" sz="17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5095"/>
            <a:ext cx="9144000" cy="384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16824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9FD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総務AIの</a:t>
            </a:r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ミテハナさん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457200" y="2459736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0FD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40080" y="264261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見る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現物をカメラで確認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246120" y="2459736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0FD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3429000" y="264261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話す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AIと自然に対話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035040" y="2459736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0FDFC"/>
          </a:solidFill>
          <a:ln w="9525">
            <a:solidFill>
              <a:srgbClr val="D9E2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3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217920" y="264261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残す</a:t>
            </a:r>
            <a:endParaRPr lang="en-US" sz="14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台帳と履歴を更新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4236415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83D5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チーム12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AI木曜会 Hackathon チーム12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総務AIのミテハナさん</dc:title>
  <dc:subject>総務AIのミテハナさん 発表スライド</dc:subject>
  <dc:creator>チーム12</dc:creator>
  <cp:lastModifiedBy>チーム12</cp:lastModifiedBy>
  <cp:revision>1</cp:revision>
  <dcterms:created xsi:type="dcterms:W3CDTF">2026-09-13T06:42:06Z</dcterms:created>
  <dcterms:modified xsi:type="dcterms:W3CDTF">2026-09-13T06:42:06Z</dcterms:modified>
</cp:coreProperties>
</file>